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Merriweath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Merriweather-bold.fntdata"/><Relationship Id="rId16" Type="http://schemas.openxmlformats.org/officeDocument/2006/relationships/font" Target="fonts/Merriweather-regular.fntdata"/><Relationship Id="rId5" Type="http://schemas.openxmlformats.org/officeDocument/2006/relationships/notesMaster" Target="notesMasters/notesMaster1.xml"/><Relationship Id="rId19" Type="http://schemas.openxmlformats.org/officeDocument/2006/relationships/font" Target="fonts/Merriweather-boldItalic.fntdata"/><Relationship Id="rId6" Type="http://schemas.openxmlformats.org/officeDocument/2006/relationships/slide" Target="slides/slide1.xml"/><Relationship Id="rId18"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a17add54a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a17add54a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a17add54a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a17add54a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a17add54aa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a17add54a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17add54a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17add54a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a1e0c8078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a1e0c8078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輔大周邊餐廳介紹網</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409261603</a:t>
            </a:r>
            <a:r>
              <a:rPr lang="zh-TW"/>
              <a:t>徐銘澤</a:t>
            </a:r>
            <a:endParaRPr/>
          </a:p>
          <a:p>
            <a:pPr indent="0" lvl="0" marL="0" rtl="0" algn="l">
              <a:spcBef>
                <a:spcPts val="0"/>
              </a:spcBef>
              <a:spcAft>
                <a:spcPts val="0"/>
              </a:spcAft>
              <a:buNone/>
            </a:pPr>
            <a:r>
              <a:rPr lang="zh-TW"/>
              <a:t>411290436魏晟浩</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應用</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用</a:t>
            </a:r>
            <a:r>
              <a:rPr lang="zh-TW"/>
              <a:t>HTML網頁做出簡單介紹輔大，</a:t>
            </a:r>
            <a:endParaRPr/>
          </a:p>
          <a:p>
            <a:pPr indent="0" lvl="0" marL="0" rtl="0" algn="l">
              <a:spcBef>
                <a:spcPts val="1200"/>
              </a:spcBef>
              <a:spcAft>
                <a:spcPts val="0"/>
              </a:spcAft>
              <a:buNone/>
            </a:pPr>
            <a:r>
              <a:rPr lang="zh-TW"/>
              <a:t>標示有哪些學餐，514巷餐廳，建國路上餐廳。</a:t>
            </a:r>
            <a:endParaRPr/>
          </a:p>
          <a:p>
            <a:pPr indent="0" lvl="0" marL="0" rtl="0" algn="l">
              <a:spcBef>
                <a:spcPts val="1200"/>
              </a:spcBef>
              <a:spcAft>
                <a:spcPts val="1200"/>
              </a:spcAft>
              <a:buNone/>
            </a:pPr>
            <a:r>
              <a:rPr lang="zh-TW"/>
              <a:t>方便正在熟悉輔大地圖的人能順便了解周遭環境。</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技術</a:t>
            </a:r>
            <a:endParaRPr/>
          </a:p>
        </p:txBody>
      </p:sp>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zh-TW"/>
              <a:t>HTML5</a:t>
            </a:r>
            <a:endParaRPr/>
          </a:p>
          <a:p>
            <a:pPr indent="-311150" lvl="0" marL="457200" rtl="0" algn="l">
              <a:spcBef>
                <a:spcPts val="0"/>
              </a:spcBef>
              <a:spcAft>
                <a:spcPts val="0"/>
              </a:spcAft>
              <a:buSzPts val="1300"/>
              <a:buChar char="●"/>
            </a:pPr>
            <a:r>
              <a:rPr lang="zh-TW"/>
              <a:t>jQuery</a:t>
            </a:r>
            <a:endParaRPr/>
          </a:p>
          <a:p>
            <a:pPr indent="-311150" lvl="0" marL="457200" rtl="0" algn="l">
              <a:spcBef>
                <a:spcPts val="0"/>
              </a:spcBef>
              <a:spcAft>
                <a:spcPts val="0"/>
              </a:spcAft>
              <a:buSzPts val="1300"/>
              <a:buChar char="●"/>
            </a:pPr>
            <a:r>
              <a:rPr lang="zh-TW"/>
              <a:t>Javascript</a:t>
            </a:r>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製作過程分工</a:t>
            </a:r>
            <a:endParaRPr/>
          </a:p>
        </p:txBody>
      </p:sp>
      <p:sp>
        <p:nvSpPr>
          <p:cNvPr id="83" name="Google Shape;83;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首頁   :徐銘澤</a:t>
            </a:r>
            <a:endParaRPr/>
          </a:p>
          <a:p>
            <a:pPr indent="0" lvl="0" marL="0" rtl="0" algn="l">
              <a:spcBef>
                <a:spcPts val="1200"/>
              </a:spcBef>
              <a:spcAft>
                <a:spcPts val="0"/>
              </a:spcAft>
              <a:buNone/>
            </a:pPr>
            <a:r>
              <a:rPr lang="zh-TW"/>
              <a:t>學餐:徐銘澤</a:t>
            </a:r>
            <a:endParaRPr/>
          </a:p>
          <a:p>
            <a:pPr indent="0" lvl="0" marL="0" rtl="0" algn="l">
              <a:spcBef>
                <a:spcPts val="1200"/>
              </a:spcBef>
              <a:spcAft>
                <a:spcPts val="0"/>
              </a:spcAft>
              <a:buNone/>
            </a:pPr>
            <a:r>
              <a:rPr lang="zh-TW"/>
              <a:t>514巷：魏晟浩</a:t>
            </a:r>
            <a:endParaRPr/>
          </a:p>
          <a:p>
            <a:pPr indent="0" lvl="0" marL="0" rtl="0" algn="l">
              <a:spcBef>
                <a:spcPts val="1200"/>
              </a:spcBef>
              <a:spcAft>
                <a:spcPts val="1200"/>
              </a:spcAft>
              <a:buNone/>
            </a:pPr>
            <a:r>
              <a:rPr lang="zh-TW"/>
              <a:t>建國路</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心得</a:t>
            </a:r>
            <a:endParaRPr/>
          </a:p>
        </p:txBody>
      </p:sp>
      <p:sp>
        <p:nvSpPr>
          <p:cNvPr id="89" name="Google Shape;89;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zh-TW"/>
              <a:t>徐銘澤:</a:t>
            </a:r>
            <a:endParaRPr/>
          </a:p>
          <a:p>
            <a:pPr indent="0" lvl="0" marL="0" rtl="0" algn="l">
              <a:spcBef>
                <a:spcPts val="1200"/>
              </a:spcBef>
              <a:spcAft>
                <a:spcPts val="0"/>
              </a:spcAft>
              <a:buNone/>
            </a:pPr>
            <a:r>
              <a:rPr lang="zh-TW"/>
              <a:t>這次專題讓我能夠更加的熟悉簡易的網站製作流程，</a:t>
            </a:r>
            <a:endParaRPr/>
          </a:p>
          <a:p>
            <a:pPr indent="0" lvl="0" marL="0" rtl="0" algn="l">
              <a:spcBef>
                <a:spcPts val="1200"/>
              </a:spcBef>
              <a:spcAft>
                <a:spcPts val="0"/>
              </a:spcAft>
              <a:buNone/>
            </a:pPr>
            <a:r>
              <a:rPr lang="zh-TW"/>
              <a:t>雖然網站並不華麗，但該有的功能還是有的。</a:t>
            </a:r>
            <a:endParaRPr/>
          </a:p>
          <a:p>
            <a:pPr indent="0" lvl="0" marL="0" rtl="0" algn="l">
              <a:spcBef>
                <a:spcPts val="1200"/>
              </a:spcBef>
              <a:spcAft>
                <a:spcPts val="0"/>
              </a:spcAft>
              <a:buNone/>
            </a:pPr>
            <a:r>
              <a:rPr lang="zh-TW"/>
              <a:t>還有一點，這次製作網頁讓我最頭疼的竟然不是編寫網站，而是設計版面排版，果然設計網頁美編這種事還是需要請有點美術素養的人來做。</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魏晟浩：</a:t>
            </a:r>
            <a:endParaRPr/>
          </a:p>
          <a:p>
            <a:pPr indent="0" lvl="0" marL="0" rtl="0" algn="l">
              <a:spcBef>
                <a:spcPts val="1200"/>
              </a:spcBef>
              <a:spcAft>
                <a:spcPts val="0"/>
              </a:spcAft>
              <a:buNone/>
            </a:pPr>
            <a:r>
              <a:rPr lang="zh-TW"/>
              <a:t>這次專題可以讓我認識更多設置網站所需要的東西</a:t>
            </a:r>
            <a:endParaRPr/>
          </a:p>
          <a:p>
            <a:pPr indent="0" lvl="0" marL="0" rtl="0" algn="l">
              <a:spcBef>
                <a:spcPts val="1200"/>
              </a:spcBef>
              <a:spcAft>
                <a:spcPts val="0"/>
              </a:spcAft>
              <a:buNone/>
            </a:pPr>
            <a:r>
              <a:rPr lang="zh-TW"/>
              <a:t>雖然我做出來的網頁看起來並不太好看，但是我有盡可能的把詳細的東西放上去希望大家可以喜歡我努力做出來的東西</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網頁網址</a:t>
            </a:r>
            <a:endParaRPr/>
          </a:p>
        </p:txBody>
      </p:sp>
      <p:sp>
        <p:nvSpPr>
          <p:cNvPr id="95" name="Google Shape;95;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URL:</a:t>
            </a:r>
            <a:endParaRPr/>
          </a:p>
          <a:p>
            <a:pPr indent="0" lvl="0" marL="0" rtl="0" algn="l">
              <a:spcBef>
                <a:spcPts val="1200"/>
              </a:spcBef>
              <a:spcAft>
                <a:spcPts val="1200"/>
              </a:spcAft>
              <a:buNone/>
            </a:pPr>
            <a:r>
              <a:rPr b="1" lang="zh-TW"/>
              <a:t>https://therabbit1.github.io/-/期末專題作業/frontpage.html</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